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ative L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tive Live PPTX 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Live Title"/>
          <p:cNvSpPr/>
          <p:nvPr/>
        </p:nvSpPr>
        <p:spPr>
          <a:xfrm>
            <a:off x="914400" y="914400"/>
            <a:ext cx="103632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algn="ctr"/>
            <a:r>
              <a:rPr lang="zh-CN" sz="2800" b="1"/>
              <a:t>NATIVE_PPTX_FIXTURE_42</a:t>
            </a:r>
            <a:endParaRPr lang="zh-CN"/>
          </a:p>
        </p:txBody>
      </p:sp>
      <p:sp>
        <p:nvSpPr>
          <p:cNvPr id="3" name="Native Live Marker"/>
          <p:cNvSpPr/>
          <p:nvPr/>
        </p:nvSpPr>
        <p:spPr>
          <a:xfrm>
            <a:off x="914400" y="2286000"/>
            <a:ext cx="10363200" cy="914400"/>
          </a:xfrm>
          <a:prstGeom prst="rect">
            <a:avLst/>
          </a:prstGeom>
          <a:solidFill>
            <a:schemeClr val="lt1"/>
          </a:solidFill>
          <a:ln>
            <a:solidFill>
              <a:schemeClr val="accent2"/>
            </a:solidFill>
          </a:ln>
        </p:spPr>
        <p:txBody>
          <a:bodyPr/>
          <a:lstStyle/>
          <a:p>
            <a:pPr algn="ctr"/>
            <a:r>
              <a:rPr lang="en-US" sz="2200"/>
              <a:t>REAL_OOXML_SLIDE_42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ive Live Theme">
  <a:themeElements>
    <a:clrScheme name="Native Live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DC2626"/>
      </a:accent3>
      <a:accent4>
        <a:srgbClr val="D97706"/>
      </a:accent4>
      <a:accent5>
        <a:srgbClr val="7C3AED"/>
      </a:accent5>
      <a:accent6>
        <a:srgbClr val="0891B2"/>
      </a:accent6>
      <a:hlink>
        <a:srgbClr val="0563C1"/>
      </a:hlink>
      <a:folHlink>
        <a:srgbClr val="954F72"/>
      </a:folHlink>
    </a:clrScheme>
    <a:fontScheme name="Native Liv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Native Live">
      <a:fillStyleLst>
        <a:solidFill>
          <a:schemeClr val="accent1"/>
        </a:solidFill>
      </a:fillStyleLst>
      <a:lnStyleLst>
        <a:ln w="12700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